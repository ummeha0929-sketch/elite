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21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199" y="822960"/>
            <a:ext cx="763875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859257" y="1650844"/>
            <a:ext cx="28346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1688122" y="1751428"/>
            <a:ext cx="5185352" cy="534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37692" y="2125980"/>
            <a:ext cx="3305907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Project  —  Website 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29132" y="2400300"/>
            <a:ext cx="3214466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1st Semester  |  Gray section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7" y="3144129"/>
            <a:ext cx="2633473" cy="1766199"/>
          </a:xfrm>
          <a:prstGeom prst="rect">
            <a:avLst/>
          </a:prstGeom>
          <a:solidFill>
            <a:srgbClr val="0D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39136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Umme Habiba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(040)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1513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Fatima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(047)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 Dilawar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(013)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6268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Malik Shahzaib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 flipV="1">
            <a:off x="8050238" y="2651758"/>
            <a:ext cx="45719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747846" y="3751321"/>
            <a:ext cx="5185352" cy="1426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portfolio website developed</a:t>
            </a:r>
            <a:r>
              <a:rPr lang="en-US" sz="1300" dirty="0"/>
              <a:t> 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HTML &amp; CSS showcasing services,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and projects in a modern interface.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Software House  |  ICT Pro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23029" y="4754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6400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Software House  |  ICT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234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1234439"/>
            <a:ext cx="8412480" cy="3474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Software House is a portfolio-based company website developed using HTML &amp; CSS.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professional software company — showcasing services, team members, and projects.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Web, Mobile, Desktop &amp; Cloud Solutions tailored to client needs.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innovation, reliability, and quality software delivery across global markets.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64970" y="348342"/>
            <a:ext cx="6086421" cy="657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956048"/>
            <a:ext cx="6400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Software House  |  ICT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software companies lack a professional online presence, making it difficult to attract clients and build market trust. This project solves that by delivering a structured, polished portfolio website.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998806" y="2121408"/>
            <a:ext cx="334459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.No Digital Presence</a:t>
            </a:r>
            <a:endParaRPr lang="en-US" sz="1300" u="sng" dirty="0"/>
          </a:p>
        </p:txBody>
      </p:sp>
      <p:sp>
        <p:nvSpPr>
          <p:cNvPr id="13" name="Text 10"/>
          <p:cNvSpPr/>
          <p:nvPr/>
        </p:nvSpPr>
        <p:spPr>
          <a:xfrm>
            <a:off x="1051560" y="24688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lack an online portfolio to demonstrate credibility and attract new clients.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5440680" y="21214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Inefficiency</a:t>
            </a:r>
            <a:endParaRPr lang="en-US" sz="1300" u="sng" dirty="0"/>
          </a:p>
        </p:txBody>
      </p:sp>
      <p:sp>
        <p:nvSpPr>
          <p:cNvPr id="18" name="Text 14"/>
          <p:cNvSpPr/>
          <p:nvPr/>
        </p:nvSpPr>
        <p:spPr>
          <a:xfrm>
            <a:off x="5440680" y="24688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reduce productivity and increase error rates across operations.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1051560" y="3493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300" u="sng" dirty="0"/>
          </a:p>
        </p:txBody>
      </p:sp>
      <p:sp>
        <p:nvSpPr>
          <p:cNvPr id="23" name="Text 18"/>
          <p:cNvSpPr/>
          <p:nvPr/>
        </p:nvSpPr>
        <p:spPr>
          <a:xfrm>
            <a:off x="1051560" y="373989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nmanaged digital platforms expose sensitive data to cyber threats and breaches.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5440680" y="3493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Gap</a:t>
            </a:r>
            <a:endParaRPr lang="en-US" sz="1300" u="sng" dirty="0"/>
          </a:p>
        </p:txBody>
      </p:sp>
      <p:sp>
        <p:nvSpPr>
          <p:cNvPr id="28" name="Text 22"/>
          <p:cNvSpPr/>
          <p:nvPr/>
        </p:nvSpPr>
        <p:spPr>
          <a:xfrm>
            <a:off x="5440680" y="38404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cannot scale to meet growing client demand or expand services.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36800" y="-96012"/>
            <a:ext cx="6652478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5143" y="1737360"/>
            <a:ext cx="2480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92" y="17373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210312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main sections: About, Services, Team, Portfolio, Contact.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98648" y="1648096"/>
            <a:ext cx="72266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19272" y="17373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Layout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210312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headings, paragraphs, images, buttons, and tables for content.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824728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45352" y="173736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45352" y="210312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colors, fonts, spacing, backgrounds, and hover effects.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587" y="3550920"/>
            <a:ext cx="3911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93192" y="36118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Navigation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" y="397764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team, described services, added smooth scrollable links.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2883408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19272" y="361188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19272" y="3977640"/>
            <a:ext cx="25054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 for Name, Email, Phone, and Message.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00514" y="348343"/>
            <a:ext cx="6550877" cy="657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" y="12161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Multi-Section Website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15727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About, Services, Portfolio, and Contact sections for complete company representation.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43000" y="2148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Services &amp; Portfolio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43000" y="25054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completed projects and describes company services in detail.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1143000" y="3081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Contact Form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43000" y="343814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user inquiries via input fields for Name, Email, Phone, and Message.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43000" y="40142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Responsive Design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143000" y="437083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layout that works seamlessly on desktop, tablet, and mobile devices.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14286" y="324612"/>
            <a:ext cx="7037106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05840" y="1261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6276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GB" sz="1000" dirty="0">
                <a:solidFill>
                  <a:schemeClr val="bg1">
                    <a:lumMod val="95000"/>
                  </a:schemeClr>
                </a:solidFill>
              </a:rPr>
              <a:t>The system keeps data safe, checks user input for errors, and protects against common website security problems.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5394960" y="12618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94960" y="16276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GB" sz="1000" dirty="0">
                <a:solidFill>
                  <a:schemeClr val="bg1">
                    <a:lumMod val="95000"/>
                  </a:schemeClr>
                </a:solidFill>
              </a:rPr>
              <a:t>The system loads quickly so users can access it fast and enjoy a smooth browsing experience.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960120" y="2987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44880" y="3459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GB" sz="1000" dirty="0">
                <a:solidFill>
                  <a:schemeClr val="bg1">
                    <a:lumMod val="95000"/>
                  </a:schemeClr>
                </a:solidFill>
              </a:rPr>
              <a:t>The system is simple to use, with clear navigation and a user-friendly interface that helps all types of users explore easily without confusion.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5417820" y="2987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33604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GB" sz="1000" dirty="0">
                <a:solidFill>
                  <a:schemeClr val="bg1">
                    <a:lumMod val="95000"/>
                  </a:schemeClr>
                </a:solidFill>
              </a:rPr>
              <a:t>Works well on all screen sizes — desktop, tablet, and mobile</a:t>
            </a:r>
            <a:r>
              <a:rPr lang="en-GB" sz="1000" dirty="0"/>
              <a:t>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943100" y="201168"/>
            <a:ext cx="69082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&amp; Design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2252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(Brower)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5910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29844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chemeClr val="bg1">
                    <a:lumMod val="95000"/>
                  </a:schemeClr>
                </a:solidFill>
              </a:rPr>
              <a:t>The person visits the website on their phone on computer</a:t>
            </a:r>
          </a:p>
        </p:txBody>
      </p:sp>
      <p:sp>
        <p:nvSpPr>
          <p:cNvPr id="16" name="Text 14"/>
          <p:cNvSpPr/>
          <p:nvPr/>
        </p:nvSpPr>
        <p:spPr>
          <a:xfrm>
            <a:off x="822960" y="245973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HTML 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8254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53288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skeleton – heading , sections, forms, tables.</a:t>
            </a:r>
            <a:endParaRPr lang="en-US" sz="11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36941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CSS styling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059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376732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look good – </a:t>
            </a:r>
            <a:r>
              <a:rPr lang="en-US" sz="1150" dirty="0" err="1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</a:t>
            </a:r>
            <a:r>
              <a:rPr lang="en-US" sz="11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fonts, layout, spacing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645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Flow: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464515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→  Hero  →  About  →  Services  →  Team  →  Portfolio  →  Contact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Modules &amp; Output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128701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145389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Write information about the website –like website name</a:t>
            </a:r>
          </a:p>
        </p:txBody>
      </p:sp>
      <p:sp>
        <p:nvSpPr>
          <p:cNvPr id="16" name="Text 12"/>
          <p:cNvSpPr/>
          <p:nvPr/>
        </p:nvSpPr>
        <p:spPr>
          <a:xfrm>
            <a:off x="4903325" y="1308735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About us</a:t>
            </a:r>
          </a:p>
        </p:txBody>
      </p:sp>
      <p:sp>
        <p:nvSpPr>
          <p:cNvPr id="17" name="Text 13"/>
          <p:cNvSpPr/>
          <p:nvPr/>
        </p:nvSpPr>
        <p:spPr>
          <a:xfrm>
            <a:off x="4738099" y="1453896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Write about company background – founded . Based , and clients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525782" y="2379726"/>
            <a:ext cx="3268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Module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5782" y="259232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service cards : web dev ,Mobile apps , Desktop cloud , AL , Cybersecurity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0"/>
          <p:cNvSpPr/>
          <p:nvPr/>
        </p:nvSpPr>
        <p:spPr>
          <a:xfrm>
            <a:off x="4800602" y="237972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Module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752565" y="2576321"/>
            <a:ext cx="3794762" cy="643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name + role for 4 team members in a table layout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C8F436E2-DA2B-5B60-B546-29E23ED09B16}"/>
              </a:ext>
            </a:extLst>
          </p:cNvPr>
          <p:cNvSpPr/>
          <p:nvPr/>
        </p:nvSpPr>
        <p:spPr>
          <a:xfrm>
            <a:off x="525782" y="36255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Module</a:t>
            </a:r>
            <a:endParaRPr lang="en-US" sz="14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0EB32FE1-241B-F91B-8BD5-96F9698CABEC}"/>
              </a:ext>
            </a:extLst>
          </p:cNvPr>
          <p:cNvSpPr/>
          <p:nvPr/>
        </p:nvSpPr>
        <p:spPr>
          <a:xfrm>
            <a:off x="524819" y="3821844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5 project listings: </a:t>
            </a:r>
            <a:r>
              <a:rPr lang="en-US" sz="1050" dirty="0" err="1">
                <a:solidFill>
                  <a:schemeClr val="bg1">
                    <a:lumMod val="95000"/>
                  </a:schemeClr>
                </a:solidFill>
              </a:rPr>
              <a:t>MediTrack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 , </a:t>
            </a:r>
            <a:r>
              <a:rPr lang="en-US" sz="1050" dirty="0" err="1">
                <a:solidFill>
                  <a:schemeClr val="bg1">
                    <a:lumMod val="95000"/>
                  </a:schemeClr>
                </a:solidFill>
              </a:rPr>
              <a:t>Shopease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 , </a:t>
            </a:r>
            <a:r>
              <a:rPr lang="en-US" sz="1050" dirty="0" err="1">
                <a:solidFill>
                  <a:schemeClr val="bg1">
                    <a:lumMod val="95000"/>
                  </a:schemeClr>
                </a:solidFill>
              </a:rPr>
              <a:t>Edulern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 , </a:t>
            </a:r>
            <a:r>
              <a:rPr lang="en-US" sz="1050" dirty="0" err="1">
                <a:solidFill>
                  <a:schemeClr val="bg1">
                    <a:lumMod val="95000"/>
                  </a:schemeClr>
                </a:solidFill>
              </a:rPr>
              <a:t>Ridego</a:t>
            </a:r>
            <a:r>
              <a:rPr lang="en-US" sz="105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050" dirty="0" err="1">
                <a:solidFill>
                  <a:schemeClr val="bg1">
                    <a:lumMod val="95000"/>
                  </a:schemeClr>
                </a:solidFill>
              </a:rPr>
              <a:t>financeflow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A03552CE-BAE1-F0FF-557A-097E613608C8}"/>
              </a:ext>
            </a:extLst>
          </p:cNvPr>
          <p:cNvSpPr/>
          <p:nvPr/>
        </p:nvSpPr>
        <p:spPr>
          <a:xfrm>
            <a:off x="4752565" y="3814899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with Name , Email, Phone , Message fields + company address and phone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D57DC9BD-53C2-2151-400F-66B6BA1CF1F8}"/>
              </a:ext>
            </a:extLst>
          </p:cNvPr>
          <p:cNvSpPr/>
          <p:nvPr/>
        </p:nvSpPr>
        <p:spPr>
          <a:xfrm>
            <a:off x="4761825" y="36255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Module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20050" y="0"/>
            <a:ext cx="6131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03920" y="4956048"/>
            <a:ext cx="6400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457200" cy="777240"/>
          </a:xfrm>
          <a:prstGeom prst="rect">
            <a:avLst/>
          </a:prstGeom>
          <a:solidFill>
            <a:srgbClr val="0D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6192" y="12435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testing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536192" y="15819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mobile, tablet, and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destop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everything fits correctly.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084832"/>
            <a:ext cx="457200" cy="777240"/>
          </a:xfrm>
          <a:prstGeom prst="rect">
            <a:avLst/>
          </a:prstGeom>
          <a:solidFill>
            <a:srgbClr val="0D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5"/>
          <p:cNvSpPr/>
          <p:nvPr/>
        </p:nvSpPr>
        <p:spPr>
          <a:xfrm>
            <a:off x="365760" y="208483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536192" y="2157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536192" y="24871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sure the website looks clean and professional on screen.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65760" y="2999232"/>
            <a:ext cx="457200" cy="777240"/>
          </a:xfrm>
          <a:prstGeom prst="rect">
            <a:avLst/>
          </a:prstGeom>
          <a:solidFill>
            <a:srgbClr val="0D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1"/>
          <p:cNvSpPr/>
          <p:nvPr/>
        </p:nvSpPr>
        <p:spPr>
          <a:xfrm>
            <a:off x="365760" y="299923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536192" y="3072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Testing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536192" y="34015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in Chrome , Firefox and Edge all worked fine.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365760" y="3913632"/>
            <a:ext cx="457200" cy="777240"/>
          </a:xfrm>
          <a:prstGeom prst="rect">
            <a:avLst/>
          </a:prstGeom>
          <a:solidFill>
            <a:srgbClr val="0D223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27"/>
          <p:cNvSpPr/>
          <p:nvPr/>
        </p:nvSpPr>
        <p:spPr>
          <a:xfrm>
            <a:off x="365760" y="391363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536192" y="39867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Testing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1536192" y="43159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spelling , team names, service descriptions, and contact details.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03320" y="205740"/>
            <a:ext cx="2813226" cy="891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 flipV="1">
            <a:off x="0" y="946404"/>
            <a:ext cx="9039828" cy="1508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39" y="1325880"/>
            <a:ext cx="8638765" cy="381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complete , working website for Elite software house using HTML and CSS.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D94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website has all important sections: about , Services, Team, Portfolio, and Contact.</a:t>
            </a:r>
          </a:p>
          <a:p>
            <a:pPr marL="0" indent="0">
              <a:buNone/>
            </a:pPr>
            <a:endParaRPr lang="en-US" dirty="0">
              <a:solidFill>
                <a:srgbClr val="0D94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It is </a:t>
            </a:r>
            <a:r>
              <a:rPr lang="en-US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esay</a:t>
            </a:r>
            <a:r>
              <a:rPr lang="en-US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use , loads fast and works on all screen sizes.</a:t>
            </a:r>
          </a:p>
          <a:p>
            <a:pPr marL="0" indent="0">
              <a:buNone/>
            </a:pPr>
            <a:endParaRPr lang="en-US" dirty="0">
              <a:solidFill>
                <a:srgbClr val="0D94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project was completed following proper software engineering steps ___ From       planning to testing.</a:t>
            </a:r>
          </a:p>
          <a:p>
            <a:pPr marL="0" indent="0">
              <a:buNone/>
            </a:pPr>
            <a:endParaRPr lang="en-US" sz="1200" b="1" dirty="0">
              <a:solidFill>
                <a:srgbClr val="0D94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60520" y="4526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803</Words>
  <Application>Microsoft Office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Elite Software House</dc:title>
  <dc:subject>PptxGenJS Presentation</dc:subject>
  <dc:creator>PptxGenJS</dc:creator>
  <cp:lastModifiedBy>umme habiba</cp:lastModifiedBy>
  <cp:revision>4</cp:revision>
  <dcterms:created xsi:type="dcterms:W3CDTF">2026-02-26T14:24:32Z</dcterms:created>
  <dcterms:modified xsi:type="dcterms:W3CDTF">2026-02-28T12:38:15Z</dcterms:modified>
</cp:coreProperties>
</file>